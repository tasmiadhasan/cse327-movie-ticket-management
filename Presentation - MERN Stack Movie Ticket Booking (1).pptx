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TC Avant Garde Gothic" panose="020B0604020202020204" charset="0"/>
      <p:regular r:id="rId16"/>
    </p:embeddedFont>
    <p:embeddedFont>
      <p:font typeface="TT Fo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4949824"/>
            <a:chOff x="0" y="0"/>
            <a:chExt cx="13017500" cy="65997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MERN Stack Movie Ticket Booking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CSE327 PROJECT PRESENTATION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6457942"/>
            <a:ext cx="7194651" cy="226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Presented by :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Md Waliul Sakib - 2212570042</a:t>
            </a: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Tasmiad Hossain - 2223017042</a:t>
            </a:r>
          </a:p>
          <a:p>
            <a:pPr marL="0" lvl="0" indent="0" algn="l">
              <a:lnSpc>
                <a:spcPts val="3640"/>
              </a:lnSpc>
            </a:pPr>
            <a:endParaRPr lang="en-US" sz="2600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Faculty : RSY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413331" y="1028700"/>
            <a:ext cx="3014209" cy="2362044"/>
          </a:xfrm>
          <a:custGeom>
            <a:avLst/>
            <a:gdLst/>
            <a:ahLst/>
            <a:cxnLst/>
            <a:rect l="l" t="t" r="r" b="b"/>
            <a:pathLst>
              <a:path w="3014209" h="2362044">
                <a:moveTo>
                  <a:pt x="0" y="0"/>
                </a:moveTo>
                <a:lnTo>
                  <a:pt x="3014209" y="0"/>
                </a:lnTo>
                <a:lnTo>
                  <a:pt x="3014209" y="2362044"/>
                </a:lnTo>
                <a:lnTo>
                  <a:pt x="0" y="2362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53968" y="2830963"/>
            <a:ext cx="2132936" cy="1838203"/>
          </a:xfrm>
          <a:custGeom>
            <a:avLst/>
            <a:gdLst/>
            <a:ahLst/>
            <a:cxnLst/>
            <a:rect l="l" t="t" r="r" b="b"/>
            <a:pathLst>
              <a:path w="2132936" h="1838203">
                <a:moveTo>
                  <a:pt x="0" y="0"/>
                </a:moveTo>
                <a:lnTo>
                  <a:pt x="2132936" y="0"/>
                </a:lnTo>
                <a:lnTo>
                  <a:pt x="2132936" y="1838203"/>
                </a:lnTo>
                <a:lnTo>
                  <a:pt x="0" y="1838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85644" y="685644"/>
            <a:ext cx="11201400" cy="5410200"/>
            <a:chOff x="0" y="0"/>
            <a:chExt cx="14935200" cy="72136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Problem Statement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25675"/>
              <a:ext cx="13017500" cy="4987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19"/>
                </a:lnSpc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Traditional movie ticket booking systems often suffer from:</a:t>
              </a:r>
            </a:p>
            <a:p>
              <a:pPr marL="669289" lvl="1" indent="-334645" algn="l">
                <a:lnSpc>
                  <a:spcPts val="3719"/>
                </a:lnSpc>
                <a:buFont typeface="Arial"/>
                <a:buChar char="•"/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Manual or poorly designed seat selection</a:t>
              </a:r>
            </a:p>
            <a:p>
              <a:pPr marL="669289" lvl="1" indent="-334645" algn="l">
                <a:lnSpc>
                  <a:spcPts val="3719"/>
                </a:lnSpc>
                <a:buFont typeface="Arial"/>
                <a:buChar char="•"/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Limited real-time availability updates</a:t>
              </a:r>
            </a:p>
            <a:p>
              <a:pPr marL="669289" lvl="1" indent="-334645" algn="l">
                <a:lnSpc>
                  <a:spcPts val="3719"/>
                </a:lnSpc>
                <a:buFont typeface="Arial"/>
                <a:buChar char="•"/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Lack of booking transparency</a:t>
              </a:r>
            </a:p>
            <a:p>
              <a:pPr marL="669289" lvl="1" indent="-334645" algn="l">
                <a:lnSpc>
                  <a:spcPts val="3719"/>
                </a:lnSpc>
                <a:buFont typeface="Arial"/>
                <a:buChar char="•"/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Inconvenient authentication processes</a:t>
              </a:r>
            </a:p>
            <a:p>
              <a:pPr marL="669289" lvl="1" indent="-334645" algn="l">
                <a:lnSpc>
                  <a:spcPts val="3719"/>
                </a:lnSpc>
                <a:buFont typeface="Arial"/>
                <a:buChar char="•"/>
              </a:pPr>
              <a:r>
                <a:rPr lang="en-US" sz="3099" spc="-9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No automated notifications or reminders</a:t>
              </a:r>
            </a:p>
            <a:p>
              <a:pPr marL="0" lvl="0" indent="0" algn="l">
                <a:lnSpc>
                  <a:spcPts val="3719"/>
                </a:lnSpc>
                <a:spcBef>
                  <a:spcPct val="0"/>
                </a:spcBef>
              </a:pPr>
              <a:endParaRPr lang="en-US" sz="3099" spc="-92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5644" y="6293209"/>
            <a:ext cx="9763125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spc="-92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Target Users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 spc="-92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Movie-goers who want a fast, reliable, and user-friendly booking experience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 spc="-92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Theatre administrators who need an easy way to manage shows, bookings, and revenue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endParaRPr lang="en-US" sz="3099" spc="-92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5899758"/>
            <a:chOff x="0" y="0"/>
            <a:chExt cx="14935200" cy="786634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High-Level Solution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278534"/>
              <a:ext cx="11721871" cy="2587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8800" lvl="1" indent="-239400" algn="l">
                <a:lnSpc>
                  <a:spcPts val="3104"/>
                </a:lnSpc>
                <a:buFont typeface="Arial"/>
                <a:buChar char="•"/>
              </a:pPr>
              <a:r>
                <a:rPr lang="en-US" sz="2217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Explore movies</a:t>
              </a:r>
            </a:p>
            <a:p>
              <a:pPr marL="478800" lvl="1" indent="-239400" algn="l">
                <a:lnSpc>
                  <a:spcPts val="3104"/>
                </a:lnSpc>
                <a:buFont typeface="Arial"/>
                <a:buChar char="•"/>
              </a:pPr>
              <a:r>
                <a:rPr lang="en-US" sz="2217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Select preferred seats in real time</a:t>
              </a:r>
            </a:p>
            <a:p>
              <a:pPr marL="478800" lvl="1" indent="-239400" algn="l">
                <a:lnSpc>
                  <a:spcPts val="3104"/>
                </a:lnSpc>
                <a:buFont typeface="Arial"/>
                <a:buChar char="•"/>
              </a:pPr>
              <a:r>
                <a:rPr lang="en-US" sz="2217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Book tickets securely</a:t>
              </a:r>
            </a:p>
            <a:p>
              <a:pPr marL="478800" lvl="1" indent="-239400" algn="l">
                <a:lnSpc>
                  <a:spcPts val="3104"/>
                </a:lnSpc>
                <a:buFont typeface="Arial"/>
                <a:buChar char="•"/>
              </a:pPr>
              <a:r>
                <a:rPr lang="en-US" sz="2217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Receive automated confirmations and reminders</a:t>
              </a:r>
            </a:p>
            <a:p>
              <a:pPr marL="0" lvl="0" indent="0" algn="l">
                <a:lnSpc>
                  <a:spcPts val="3104"/>
                </a:lnSpc>
              </a:pPr>
              <a:endParaRPr lang="en-US" sz="2217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81400"/>
              <a:ext cx="14368102" cy="1295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We have built a full-stack online movie ticket booking platform that allows users to: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66750" y="6566508"/>
            <a:ext cx="107760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Admins can: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750" y="7165057"/>
            <a:ext cx="8791403" cy="156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800" lvl="1" indent="-239400" algn="l">
              <a:lnSpc>
                <a:spcPts val="3104"/>
              </a:lnSpc>
              <a:buFont typeface="Arial"/>
              <a:buChar char="•"/>
            </a:pPr>
            <a:r>
              <a:rPr lang="en-US" sz="2217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Add and manage movie shows</a:t>
            </a:r>
          </a:p>
          <a:p>
            <a:pPr marL="478800" lvl="1" indent="-239400" algn="l">
              <a:lnSpc>
                <a:spcPts val="3104"/>
              </a:lnSpc>
              <a:buFont typeface="Arial"/>
              <a:buChar char="•"/>
            </a:pPr>
            <a:r>
              <a:rPr lang="en-US" sz="2217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Track bookings, revenue, and users</a:t>
            </a:r>
          </a:p>
          <a:p>
            <a:pPr marL="478800" lvl="1" indent="-239400" algn="l">
              <a:lnSpc>
                <a:spcPts val="3104"/>
              </a:lnSpc>
              <a:buFont typeface="Arial"/>
              <a:buChar char="•"/>
            </a:pPr>
            <a:r>
              <a:rPr lang="en-US" sz="2217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Automatically notify users about new movies</a:t>
            </a:r>
          </a:p>
          <a:p>
            <a:pPr marL="0" lvl="0" indent="0" algn="l">
              <a:lnSpc>
                <a:spcPts val="3104"/>
              </a:lnSpc>
            </a:pPr>
            <a:endParaRPr lang="en-US" sz="2217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6750" y="8649955"/>
            <a:ext cx="12306759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system is designed to be scalable, responsive, and reliable, using modern web technologies.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592550" cy="2047875"/>
            <a:chOff x="0" y="0"/>
            <a:chExt cx="22123400" cy="27305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221234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Functional Features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016125"/>
              <a:ext cx="221234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AAB7C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Essential components for a seamless ticket booking experience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5034" y="3211457"/>
            <a:ext cx="11517931" cy="6849377"/>
            <a:chOff x="0" y="0"/>
            <a:chExt cx="15357242" cy="9132503"/>
          </a:xfrm>
        </p:grpSpPr>
        <p:sp>
          <p:nvSpPr>
            <p:cNvPr id="6" name="TextBox 6"/>
            <p:cNvSpPr txBox="1"/>
            <p:nvPr/>
          </p:nvSpPr>
          <p:spPr>
            <a:xfrm>
              <a:off x="0" y="1719662"/>
              <a:ext cx="15357242" cy="7412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User sign-up &amp; login (Email, Google, Phone)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Browse movies (Now Showing, Releases)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View movie details (cast, rating, description)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Add movies to Favourites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Choose date, time, and interactive seat selection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Secure ticket booking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View booking history</a:t>
              </a:r>
            </a:p>
            <a:p>
              <a:pPr marL="758304" lvl="1" indent="-379152" algn="l">
                <a:lnSpc>
                  <a:spcPts val="49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1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Receive email confirmations &amp; reminders</a:t>
              </a:r>
            </a:p>
            <a:p>
              <a:pPr marL="0" lvl="0" indent="0" algn="l">
                <a:lnSpc>
                  <a:spcPts val="4917"/>
                </a:lnSpc>
                <a:spcBef>
                  <a:spcPct val="0"/>
                </a:spcBef>
              </a:pPr>
              <a:endParaRPr lang="en-US" sz="3512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61925"/>
              <a:ext cx="15357242" cy="1034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87"/>
                </a:lnSpc>
                <a:spcBef>
                  <a:spcPct val="0"/>
                </a:spcBef>
              </a:pPr>
              <a:r>
                <a:rPr lang="en-US" sz="4348" spc="-13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- Side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4038184" y="1922384"/>
            <a:ext cx="3221116" cy="3221116"/>
          </a:xfrm>
          <a:custGeom>
            <a:avLst/>
            <a:gdLst/>
            <a:ahLst/>
            <a:cxnLst/>
            <a:rect l="l" t="t" r="r" b="b"/>
            <a:pathLst>
              <a:path w="3221116" h="3221116">
                <a:moveTo>
                  <a:pt x="0" y="0"/>
                </a:moveTo>
                <a:lnTo>
                  <a:pt x="3221116" y="0"/>
                </a:lnTo>
                <a:lnTo>
                  <a:pt x="3221116" y="3221116"/>
                </a:lnTo>
                <a:lnTo>
                  <a:pt x="0" y="3221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73180" y="3002216"/>
            <a:ext cx="12250113" cy="6347784"/>
            <a:chOff x="0" y="0"/>
            <a:chExt cx="16333484" cy="8463712"/>
          </a:xfrm>
        </p:grpSpPr>
        <p:sp>
          <p:nvSpPr>
            <p:cNvPr id="3" name="TextBox 3"/>
            <p:cNvSpPr txBox="1"/>
            <p:nvPr/>
          </p:nvSpPr>
          <p:spPr>
            <a:xfrm>
              <a:off x="0" y="1843348"/>
              <a:ext cx="16333484" cy="6620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06508" lvl="1" indent="-403254" algn="l">
                <a:lnSpc>
                  <a:spcPts val="5229"/>
                </a:lnSpc>
                <a:buFont typeface="Arial"/>
                <a:buChar char="•"/>
              </a:pPr>
              <a:r>
                <a:rPr lang="en-US" sz="37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Real-time seat layout visualization</a:t>
              </a:r>
            </a:p>
            <a:p>
              <a:pPr marL="806508" lvl="1" indent="-403254" algn="l">
                <a:lnSpc>
                  <a:spcPts val="5229"/>
                </a:lnSpc>
                <a:buFont typeface="Arial"/>
                <a:buChar char="•"/>
              </a:pPr>
              <a:r>
                <a:rPr lang="en-US" sz="37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Click-to-select preferred seats</a:t>
              </a:r>
            </a:p>
            <a:p>
              <a:pPr marL="806508" lvl="1" indent="-403254" algn="l">
                <a:lnSpc>
                  <a:spcPts val="5229"/>
                </a:lnSpc>
                <a:buFont typeface="Arial"/>
                <a:buChar char="•"/>
              </a:pPr>
              <a:r>
                <a:rPr lang="en-US" sz="37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Prevents double booking</a:t>
              </a:r>
            </a:p>
            <a:p>
              <a:pPr marL="806508" lvl="1" indent="-403254" algn="l">
                <a:lnSpc>
                  <a:spcPts val="5229"/>
                </a:lnSpc>
                <a:buFont typeface="Arial"/>
                <a:buChar char="•"/>
              </a:pPr>
              <a:r>
                <a:rPr lang="en-US" sz="37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Payment failure handling:</a:t>
              </a:r>
            </a:p>
            <a:p>
              <a:pPr algn="l">
                <a:lnSpc>
                  <a:spcPts val="4249"/>
                </a:lnSpc>
              </a:pPr>
              <a:r>
                <a:rPr lang="en-US" sz="30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    -Seats reserved for 10 minutes</a:t>
              </a:r>
            </a:p>
            <a:p>
              <a:pPr algn="l">
                <a:lnSpc>
                  <a:spcPts val="4249"/>
                </a:lnSpc>
              </a:pPr>
              <a:r>
                <a:rPr lang="en-US" sz="30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    -Automatically released if payment fails</a:t>
              </a:r>
            </a:p>
            <a:p>
              <a:pPr marL="806508" lvl="1" indent="-403254" algn="l">
                <a:lnSpc>
                  <a:spcPts val="5229"/>
                </a:lnSpc>
                <a:buFont typeface="Arial"/>
                <a:buChar char="•"/>
              </a:pPr>
              <a:r>
                <a:rPr lang="en-US" sz="373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Clear checkout flow</a:t>
              </a:r>
            </a:p>
            <a:p>
              <a:pPr marL="0" lvl="0" indent="0" algn="l">
                <a:lnSpc>
                  <a:spcPts val="5229"/>
                </a:lnSpc>
                <a:spcBef>
                  <a:spcPct val="0"/>
                </a:spcBef>
              </a:pPr>
              <a:endParaRPr lang="en-US" sz="373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71450"/>
              <a:ext cx="16333484" cy="1099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474"/>
                </a:lnSpc>
                <a:spcBef>
                  <a:spcPct val="0"/>
                </a:spcBef>
              </a:pPr>
              <a:r>
                <a:rPr lang="en-US" sz="4624" spc="-13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Booking &amp; Seats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2826798" y="3595482"/>
            <a:ext cx="4234068" cy="4234068"/>
          </a:xfrm>
          <a:custGeom>
            <a:avLst/>
            <a:gdLst/>
            <a:ahLst/>
            <a:cxnLst/>
            <a:rect l="l" t="t" r="r" b="b"/>
            <a:pathLst>
              <a:path w="4234068" h="4234068">
                <a:moveTo>
                  <a:pt x="0" y="0"/>
                </a:moveTo>
                <a:lnTo>
                  <a:pt x="4234069" y="0"/>
                </a:lnTo>
                <a:lnTo>
                  <a:pt x="4234069" y="4234068"/>
                </a:lnTo>
                <a:lnTo>
                  <a:pt x="0" y="4234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66750" y="666750"/>
            <a:ext cx="16394117" cy="2047875"/>
            <a:chOff x="0" y="0"/>
            <a:chExt cx="21858822" cy="27305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21858822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Functional Features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16125"/>
              <a:ext cx="21858822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AAB7C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Essential components for a seamless ticket booking experience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08240" y="3078249"/>
            <a:ext cx="12250113" cy="7152494"/>
            <a:chOff x="0" y="0"/>
            <a:chExt cx="16333484" cy="9536659"/>
          </a:xfrm>
        </p:grpSpPr>
        <p:sp>
          <p:nvSpPr>
            <p:cNvPr id="3" name="TextBox 3"/>
            <p:cNvSpPr txBox="1"/>
            <p:nvPr/>
          </p:nvSpPr>
          <p:spPr>
            <a:xfrm>
              <a:off x="0" y="2035162"/>
              <a:ext cx="12840090" cy="75014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34012" lvl="1" indent="-317006" algn="l">
                <a:lnSpc>
                  <a:spcPts val="4111"/>
                </a:lnSpc>
                <a:buFont typeface="Arial"/>
                <a:buChar char="•"/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Admin dashboard with statistics:</a:t>
              </a:r>
            </a:p>
            <a:p>
              <a:pPr algn="l">
                <a:lnSpc>
                  <a:spcPts val="4111"/>
                </a:lnSpc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Total Bookings</a:t>
              </a:r>
            </a:p>
            <a:p>
              <a:pPr algn="l">
                <a:lnSpc>
                  <a:spcPts val="4111"/>
                </a:lnSpc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Total Revenue</a:t>
              </a:r>
            </a:p>
            <a:p>
              <a:pPr algn="l">
                <a:lnSpc>
                  <a:spcPts val="4111"/>
                </a:lnSpc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Active Shows</a:t>
              </a:r>
            </a:p>
            <a:p>
              <a:pPr algn="l">
                <a:lnSpc>
                  <a:spcPts val="4111"/>
                </a:lnSpc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        Total Users</a:t>
              </a:r>
            </a:p>
            <a:p>
              <a:pPr marL="634012" lvl="1" indent="-317006" algn="l">
                <a:lnSpc>
                  <a:spcPts val="4111"/>
                </a:lnSpc>
                <a:buFont typeface="Arial"/>
                <a:buChar char="•"/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Add new movie shows (price, date, time)</a:t>
              </a:r>
            </a:p>
            <a:p>
              <a:pPr marL="634012" lvl="1" indent="-317006" algn="l">
                <a:lnSpc>
                  <a:spcPts val="4111"/>
                </a:lnSpc>
                <a:buFont typeface="Arial"/>
                <a:buChar char="•"/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View active shows</a:t>
              </a:r>
            </a:p>
            <a:p>
              <a:pPr marL="634012" lvl="1" indent="-317006" algn="l">
                <a:lnSpc>
                  <a:spcPts val="4111"/>
                </a:lnSpc>
                <a:buFont typeface="Arial"/>
                <a:buChar char="•"/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View all bookings</a:t>
              </a:r>
            </a:p>
            <a:p>
              <a:pPr marL="634012" lvl="1" indent="-317006" algn="l">
                <a:lnSpc>
                  <a:spcPts val="4111"/>
                </a:lnSpc>
                <a:buFont typeface="Arial"/>
                <a:buChar char="•"/>
              </a:pPr>
              <a:r>
                <a:rPr lang="en-US" sz="2936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Automatically notify users when new movies are added</a:t>
              </a:r>
            </a:p>
            <a:p>
              <a:pPr marL="0" lvl="0" indent="0" algn="l">
                <a:lnSpc>
                  <a:spcPts val="4111"/>
                </a:lnSpc>
                <a:spcBef>
                  <a:spcPct val="0"/>
                </a:spcBef>
              </a:pPr>
              <a:endParaRPr lang="en-US" sz="2936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71450"/>
              <a:ext cx="16333484" cy="1099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474"/>
                </a:lnSpc>
                <a:spcBef>
                  <a:spcPct val="0"/>
                </a:spcBef>
              </a:pPr>
              <a:r>
                <a:rPr lang="en-US" sz="4624" spc="-13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Admin Side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2268220" y="3078249"/>
            <a:ext cx="4792647" cy="4416608"/>
          </a:xfrm>
          <a:custGeom>
            <a:avLst/>
            <a:gdLst/>
            <a:ahLst/>
            <a:cxnLst/>
            <a:rect l="l" t="t" r="r" b="b"/>
            <a:pathLst>
              <a:path w="4792647" h="4416608">
                <a:moveTo>
                  <a:pt x="0" y="0"/>
                </a:moveTo>
                <a:lnTo>
                  <a:pt x="4792647" y="0"/>
                </a:lnTo>
                <a:lnTo>
                  <a:pt x="4792647" y="4416609"/>
                </a:lnTo>
                <a:lnTo>
                  <a:pt x="0" y="4416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66750" y="666750"/>
            <a:ext cx="16394117" cy="2047875"/>
            <a:chOff x="0" y="0"/>
            <a:chExt cx="21858822" cy="27305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21858822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Functional Features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16125"/>
              <a:ext cx="21858822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AAB7C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Essential components for a seamless ticket booking experience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303732" y="5932300"/>
            <a:ext cx="6442615" cy="3326000"/>
          </a:xfrm>
          <a:custGeom>
            <a:avLst/>
            <a:gdLst/>
            <a:ahLst/>
            <a:cxnLst/>
            <a:rect l="l" t="t" r="r" b="b"/>
            <a:pathLst>
              <a:path w="6442615" h="3326000">
                <a:moveTo>
                  <a:pt x="0" y="0"/>
                </a:moveTo>
                <a:lnTo>
                  <a:pt x="6442615" y="0"/>
                </a:lnTo>
                <a:lnTo>
                  <a:pt x="6442615" y="3326000"/>
                </a:lnTo>
                <a:lnTo>
                  <a:pt x="0" y="332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60978" y="5929035"/>
            <a:ext cx="1666265" cy="1666265"/>
          </a:xfrm>
          <a:custGeom>
            <a:avLst/>
            <a:gdLst/>
            <a:ahLst/>
            <a:cxnLst/>
            <a:rect l="l" t="t" r="r" b="b"/>
            <a:pathLst>
              <a:path w="1666265" h="1666265">
                <a:moveTo>
                  <a:pt x="0" y="0"/>
                </a:moveTo>
                <a:lnTo>
                  <a:pt x="1666265" y="0"/>
                </a:lnTo>
                <a:lnTo>
                  <a:pt x="1666265" y="1666265"/>
                </a:lnTo>
                <a:lnTo>
                  <a:pt x="0" y="1666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01893" y="5662454"/>
            <a:ext cx="4525947" cy="2262973"/>
          </a:xfrm>
          <a:custGeom>
            <a:avLst/>
            <a:gdLst/>
            <a:ahLst/>
            <a:cxnLst/>
            <a:rect l="l" t="t" r="r" b="b"/>
            <a:pathLst>
              <a:path w="4525947" h="2262973">
                <a:moveTo>
                  <a:pt x="0" y="0"/>
                </a:moveTo>
                <a:lnTo>
                  <a:pt x="4525946" y="0"/>
                </a:lnTo>
                <a:lnTo>
                  <a:pt x="4525946" y="2262973"/>
                </a:lnTo>
                <a:lnTo>
                  <a:pt x="0" y="2262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746347" y="6899531"/>
            <a:ext cx="3192847" cy="3500847"/>
          </a:xfrm>
          <a:custGeom>
            <a:avLst/>
            <a:gdLst/>
            <a:ahLst/>
            <a:cxnLst/>
            <a:rect l="l" t="t" r="r" b="b"/>
            <a:pathLst>
              <a:path w="3192847" h="3500847">
                <a:moveTo>
                  <a:pt x="0" y="0"/>
                </a:moveTo>
                <a:lnTo>
                  <a:pt x="3192846" y="0"/>
                </a:lnTo>
                <a:lnTo>
                  <a:pt x="3192846" y="3500847"/>
                </a:lnTo>
                <a:lnTo>
                  <a:pt x="0" y="3500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9646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66750" y="666750"/>
            <a:ext cx="11201400" cy="4591050"/>
            <a:chOff x="0" y="0"/>
            <a:chExt cx="14935200" cy="612140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Technologies Employed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235200"/>
              <a:ext cx="13017500" cy="3886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sz="3199" spc="-9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Frontend</a:t>
              </a:r>
            </a:p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690879" lvl="1" indent="-345439" algn="l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u="none" strike="noStrike" spc="-9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React.js</a:t>
              </a:r>
            </a:p>
            <a:p>
              <a:pPr marL="690879" lvl="1" indent="-345439" algn="l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u="none" strike="noStrike" spc="-9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Tailwind CSS</a:t>
              </a:r>
            </a:p>
            <a:p>
              <a:pPr marL="690879" lvl="1" indent="-345439" algn="l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u="none" strike="noStrike" spc="-9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Responsive UI design</a:t>
              </a:r>
            </a:p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6750" y="5496552"/>
            <a:ext cx="9763125" cy="242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Backend</a:t>
            </a: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spc="-95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690879" lvl="1" indent="-345439" algn="l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Node.js</a:t>
            </a:r>
          </a:p>
          <a:p>
            <a:pPr marL="690879" lvl="1" indent="-345439" algn="l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Express.js</a:t>
            </a: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u="none" strike="noStrike" spc="-95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8164180"/>
            <a:ext cx="976312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Database</a:t>
            </a:r>
          </a:p>
          <a:p>
            <a:pPr marL="690879" lvl="1" indent="-345439" algn="l">
              <a:lnSpc>
                <a:spcPts val="3839"/>
              </a:lnSpc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MongoDB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7450" y="2497547"/>
            <a:ext cx="9763125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APIs/Tools</a:t>
            </a: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spc="-95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690879" lvl="1" indent="-345439" algn="l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Clerk – Authentication &amp; user management</a:t>
            </a:r>
          </a:p>
          <a:p>
            <a:pPr marL="690879" lvl="1" indent="-345439" algn="l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Inngest – Background jobs &amp; email automation</a:t>
            </a:r>
          </a:p>
          <a:p>
            <a:pPr marL="690879" lvl="1" indent="-345439" algn="l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u="none" strike="noStrike" spc="-95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YouTube Embed – Movie trailers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endParaRPr lang="en-US" sz="3199" u="none" strike="noStrike" spc="-95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u="none" strike="noStrike" spc="-95">
              <a:solidFill>
                <a:srgbClr val="CBD2D9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14323" y="385043"/>
            <a:ext cx="16217741" cy="2577037"/>
            <a:chOff x="-19169" y="-858209"/>
            <a:chExt cx="21623654" cy="3436049"/>
          </a:xfrm>
        </p:grpSpPr>
        <p:sp>
          <p:nvSpPr>
            <p:cNvPr id="5" name="TextBox 5"/>
            <p:cNvSpPr txBox="1"/>
            <p:nvPr/>
          </p:nvSpPr>
          <p:spPr>
            <a:xfrm>
              <a:off x="-19169" y="-858209"/>
              <a:ext cx="21604485" cy="2749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dirty="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Class Diagram</a:t>
              </a:r>
            </a:p>
            <a:p>
              <a:pPr marL="0" lvl="0" indent="0" algn="ctr">
                <a:lnSpc>
                  <a:spcPts val="8000"/>
                </a:lnSpc>
                <a:spcBef>
                  <a:spcPct val="0"/>
                </a:spcBef>
              </a:pPr>
              <a:endParaRPr lang="en-US" sz="8000" u="none" strike="noStrike" spc="-240" dirty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63465"/>
              <a:ext cx="21604485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1AC2BEE-BA49-4A42-98D1-6BA5A9A17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3500"/>
            <a:ext cx="18288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266700"/>
            <a:ext cx="16203364" cy="2695380"/>
            <a:chOff x="0" y="-1016000"/>
            <a:chExt cx="21604485" cy="3593840"/>
          </a:xfrm>
        </p:grpSpPr>
        <p:sp>
          <p:nvSpPr>
            <p:cNvPr id="5" name="TextBox 5"/>
            <p:cNvSpPr txBox="1"/>
            <p:nvPr/>
          </p:nvSpPr>
          <p:spPr>
            <a:xfrm>
              <a:off x="0" y="-1016000"/>
              <a:ext cx="21604485" cy="1381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 Case Diagram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63465"/>
              <a:ext cx="21604485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94430D-5F5E-4483-82E0-A6F87CE1D0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00"/>
            <a:ext cx="18288000" cy="88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7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59606"/>
            <a:ext cx="8324850" cy="3664744"/>
            <a:chOff x="0" y="-9525"/>
            <a:chExt cx="11099800" cy="4886325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for Us?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68284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We appreciate your attention and feedback today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6"/>
          <p:cNvSpPr txBox="1"/>
          <p:nvPr/>
        </p:nvSpPr>
        <p:spPr>
          <a:xfrm>
            <a:off x="488612" y="5753100"/>
            <a:ext cx="9264988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39"/>
              </a:lnSpc>
              <a:spcBef>
                <a:spcPct val="0"/>
              </a:spcBef>
            </a:pPr>
            <a:r>
              <a:rPr lang="en-US" sz="3199" spc="-95" dirty="0">
                <a:solidFill>
                  <a:srgbClr val="CBD2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https://movie-ticket-management-ecru.vercel.app/</a:t>
            </a:r>
            <a:endParaRPr lang="en-US" sz="3199" u="none" strike="noStrike" spc="-95" dirty="0">
              <a:solidFill>
                <a:srgbClr val="CBD2D9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391</Words>
  <Application>Microsoft Office PowerPoint</Application>
  <PresentationFormat>Custom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TT Fors</vt:lpstr>
      <vt:lpstr>Calibri</vt:lpstr>
      <vt:lpstr>ITC Avant Garde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MERN Stack Movie Ticket Booking</dc:title>
  <dc:description>Presentation - MERN Stack Movie Ticket Booking</dc:description>
  <cp:lastModifiedBy>609.10.IP21</cp:lastModifiedBy>
  <cp:revision>3</cp:revision>
  <dcterms:created xsi:type="dcterms:W3CDTF">2006-08-16T00:00:00Z</dcterms:created>
  <dcterms:modified xsi:type="dcterms:W3CDTF">2025-12-15T04:03:14Z</dcterms:modified>
  <dc:identifier>DAG7TuOXtiU</dc:identifier>
</cp:coreProperties>
</file>